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>
      <p:cViewPr varScale="1">
        <p:scale>
          <a:sx n="121" d="100"/>
          <a:sy n="121" d="100"/>
        </p:scale>
        <p:origin x="744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822"/>
            <a:ext cx="863536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159"/>
            <a:ext cx="7534909" cy="2741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9800" y="1676400"/>
            <a:ext cx="7772400" cy="230441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 marR="5080" algn="ctr">
              <a:lnSpc>
                <a:spcPts val="6480"/>
              </a:lnSpc>
              <a:spcBef>
                <a:spcPts val="915"/>
              </a:spcBef>
            </a:pPr>
            <a:r>
              <a:rPr sz="6000" dirty="0"/>
              <a:t>PROJECT</a:t>
            </a:r>
            <a:r>
              <a:rPr sz="6000" spc="-254" dirty="0"/>
              <a:t> </a:t>
            </a:r>
            <a:r>
              <a:rPr sz="6000" spc="-10" dirty="0"/>
              <a:t>PROPOSAL </a:t>
            </a:r>
            <a:r>
              <a:rPr sz="6000" dirty="0"/>
              <a:t>CMPS</a:t>
            </a:r>
            <a:r>
              <a:rPr sz="6000" spc="-40" dirty="0"/>
              <a:t> </a:t>
            </a:r>
            <a:r>
              <a:rPr sz="6000" spc="-10" dirty="0"/>
              <a:t>470/570</a:t>
            </a:r>
            <a:endParaRPr sz="6000" dirty="0"/>
          </a:p>
          <a:p>
            <a:pPr algn="ctr">
              <a:lnSpc>
                <a:spcPct val="100000"/>
              </a:lnSpc>
              <a:spcBef>
                <a:spcPts val="1290"/>
              </a:spcBef>
            </a:pPr>
            <a:r>
              <a:rPr sz="2400" spc="-10" dirty="0">
                <a:latin typeface="Calibri"/>
                <a:cs typeface="Calibri"/>
              </a:rPr>
              <a:t>TEAM: Group B  —  Adam Rodi, Ron Logarbo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TEAM</a:t>
            </a:r>
            <a:r>
              <a:rPr spc="-60" dirty="0"/>
              <a:t> </a:t>
            </a:r>
            <a:r>
              <a:rPr dirty="0"/>
              <a:t>MEMBERS</a:t>
            </a:r>
            <a:r>
              <a:rPr spc="-75" dirty="0"/>
              <a:t> </a:t>
            </a:r>
            <a:r>
              <a:rPr dirty="0"/>
              <a:t>&amp;</a:t>
            </a:r>
            <a:r>
              <a:rPr spc="-45" dirty="0"/>
              <a:t> </a:t>
            </a:r>
            <a:r>
              <a:rPr spc="-10" dirty="0"/>
              <a:t>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95707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latin typeface="Calibri"/>
              </a:rPr>
              <a:t>•  Adam Rodi</a:t>
            </a:r>
          </a:p>
          <a:p>
            <a:r>
              <a:rPr sz="2000" b="0" dirty="0">
                <a:latin typeface="Calibri"/>
              </a:rPr>
              <a:t>    –  Data preprocessing, </a:t>
            </a:r>
            <a:r>
              <a:rPr lang="en-US" sz="2000" b="0" dirty="0">
                <a:latin typeface="Calibri"/>
              </a:rPr>
              <a:t>ANN</a:t>
            </a:r>
            <a:r>
              <a:rPr sz="2000" b="0" dirty="0">
                <a:latin typeface="Calibri"/>
              </a:rPr>
              <a:t> &amp; SVM classifiers, </a:t>
            </a:r>
            <a:r>
              <a:rPr lang="en-US" sz="2000" b="0" dirty="0">
                <a:latin typeface="Calibri"/>
              </a:rPr>
              <a:t>visualization &amp; reporting</a:t>
            </a:r>
            <a:endParaRPr sz="2000" b="0" dirty="0">
              <a:latin typeface="Calibri"/>
            </a:endParaRPr>
          </a:p>
          <a:p>
            <a:r>
              <a:rPr sz="2400" b="0" dirty="0">
                <a:latin typeface="Calibri"/>
              </a:rPr>
              <a:t>•  Ron Logarbo</a:t>
            </a:r>
          </a:p>
          <a:p>
            <a:r>
              <a:rPr sz="2000" b="0" dirty="0">
                <a:latin typeface="Calibri"/>
              </a:rPr>
              <a:t>    –  Feature extraction &amp; analysis, </a:t>
            </a:r>
            <a:r>
              <a:rPr lang="en-US" sz="2000" b="0" dirty="0">
                <a:latin typeface="Calibri"/>
              </a:rPr>
              <a:t>K-NN</a:t>
            </a:r>
            <a:r>
              <a:rPr sz="2000" b="0" dirty="0">
                <a:latin typeface="Calibri"/>
              </a:rPr>
              <a:t> &amp; DT classifiers, </a:t>
            </a:r>
            <a:r>
              <a:rPr lang="en-US" sz="2000" b="0" dirty="0">
                <a:latin typeface="Calibri"/>
              </a:rPr>
              <a:t>performance analysis</a:t>
            </a:r>
            <a:endParaRPr sz="2000" b="0" dirty="0"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DESCRIPTION</a:t>
            </a:r>
            <a:r>
              <a:rPr spc="-7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995172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latin typeface="Calibri"/>
              </a:rPr>
              <a:t>•  Goal: classify real-world objects into predefined class labels using supervised ML</a:t>
            </a:r>
          </a:p>
          <a:p>
            <a:r>
              <a:rPr sz="2400" b="0" dirty="0">
                <a:latin typeface="Calibri"/>
              </a:rPr>
              <a:t>•  Algorithms: ANN, SVM, Decision Tree, and K-NN — all trained and compared</a:t>
            </a:r>
          </a:p>
          <a:p>
            <a:r>
              <a:rPr sz="2400" b="0" dirty="0">
                <a:latin typeface="Calibri"/>
              </a:rPr>
              <a:t>•  Pipeline</a:t>
            </a:r>
          </a:p>
          <a:p>
            <a:r>
              <a:rPr sz="2000" b="0" dirty="0">
                <a:latin typeface="Calibri"/>
              </a:rPr>
              <a:t>    –  Read &amp; preprocess raw data</a:t>
            </a:r>
          </a:p>
          <a:p>
            <a:r>
              <a:rPr sz="2000" b="0" dirty="0">
                <a:latin typeface="Calibri"/>
              </a:rPr>
              <a:t>    –  Extract and analyze features (correlation, PCA)</a:t>
            </a:r>
          </a:p>
          <a:p>
            <a:r>
              <a:rPr sz="2000" b="0" dirty="0">
                <a:latin typeface="Calibri"/>
              </a:rPr>
              <a:t>    –  Train and tune all four classifiers</a:t>
            </a:r>
          </a:p>
          <a:p>
            <a:r>
              <a:rPr sz="2000" b="0" dirty="0">
                <a:latin typeface="Calibri"/>
              </a:rPr>
              <a:t>    –  Assess performance and compare models</a:t>
            </a:r>
          </a:p>
          <a:p>
            <a:r>
              <a:rPr sz="2400" b="0" dirty="0">
                <a:latin typeface="Calibri"/>
              </a:rPr>
              <a:t>•  Data split: 60 % train / 20 % validation / 20 % test</a:t>
            </a:r>
          </a:p>
          <a:p>
            <a:r>
              <a:rPr sz="2400" b="0" dirty="0">
                <a:latin typeface="Calibri"/>
              </a:rPr>
              <a:t>•  Performance metrics: sensitivity, specificity, accuracy, F1, AUC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822"/>
            <a:ext cx="72726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DESCRIPTION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dirty="0"/>
              <a:t>RAW</a:t>
            </a:r>
            <a:r>
              <a:rPr spc="-110" dirty="0"/>
              <a:t> </a:t>
            </a:r>
            <a:r>
              <a:rPr spc="-14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159"/>
            <a:ext cx="9293861" cy="2047997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240029" algn="l"/>
              </a:tabLst>
            </a:pPr>
            <a:r>
              <a:rPr dirty="0"/>
              <a:t>TBD — publicly available, real-world labeled dataset</a:t>
            </a:r>
            <a:endParaRPr lang="en-US" sz="280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240029" algn="l"/>
              </a:tabLst>
            </a:pPr>
            <a:r>
              <a:rPr dirty="0"/>
              <a:t>Multiple numeric attributes suitable for correlation and PCA analysis</a:t>
            </a:r>
            <a:endParaRPr lang="en-US" dirty="0"/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240029" algn="l"/>
              </a:tabLst>
            </a:pPr>
            <a:r>
              <a:rPr dirty="0"/>
              <a:t>Multiple predefined class labels for supervised classification</a:t>
            </a:r>
            <a:endParaRPr lang="en-US" dirty="0"/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240029" algn="l"/>
              </a:tabLst>
            </a:pPr>
            <a:r>
              <a:rPr dirty="0"/>
              <a:t>Sufficient samples for a 60 / 20 / 20 train / validation / test split</a:t>
            </a:r>
            <a:endParaRPr lang="en-US" dirty="0"/>
          </a:p>
          <a:p>
            <a:pPr marL="298450" indent="-285750">
              <a:lnSpc>
                <a:spcPct val="10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240029" algn="l"/>
              </a:tabLst>
            </a:pPr>
            <a:r>
              <a:rPr dirty="0"/>
              <a:t>Clean format with no missing values; minimal preprocessing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502920"/>
            <a:ext cx="8229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0">
                <a:latin typeface="Calibri"/>
              </a:rPr>
              <a:t>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68680" y="1463040"/>
          <a:ext cx="8229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r>
                        <a:rPr sz="2000" b="1">
                          <a:latin typeface="Calibri"/>
                        </a:rP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000" b="1">
                          <a:latin typeface="Calibri"/>
                        </a:rPr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Dataset selection &amp; environment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Data 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Weeks 1–2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Feature extraction &amp; correlation / PCA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700" b="0" dirty="0">
                          <a:latin typeface="Calibri"/>
                        </a:rPr>
                        <a:t>Model generation  (ANN, SVM, DT, K-NN)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Weeks 2–3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r>
                        <a:rPr sz="1700" b="0" dirty="0">
                          <a:latin typeface="Calibri"/>
                        </a:rPr>
                        <a:t>Model assessment &amp; performance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>
                          <a:latin typeface="Calibri"/>
                        </a:rPr>
                        <a:t>Week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4">
                <a:tc>
                  <a:txBody>
                    <a:bodyPr/>
                    <a:lstStyle/>
                    <a:p>
                      <a:r>
                        <a:rPr sz="1700" b="0" dirty="0">
                          <a:latin typeface="Calibri"/>
                        </a:rPr>
                        <a:t>Final report &amp; presentation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700" b="0" dirty="0">
                          <a:latin typeface="Calibri"/>
                        </a:rPr>
                        <a:t>Week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252</Words>
  <Application>Microsoft Macintosh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PROJECT PROPOSAL CMPS 470/570 TEAM: Group B  —  Adam Rodi, Ron Logarbo</vt:lpstr>
      <vt:lpstr>TEAM MEMBERS &amp; ROLES</vt:lpstr>
      <vt:lpstr>DESCRIPTION OF THE PROJECT</vt:lpstr>
      <vt:lpstr>DESCRIPTION OF THE RAW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CMPS 439/539 FINAL PROJECT</dc:title>
  <dc:creator>Omer</dc:creator>
  <cp:lastModifiedBy>Adam Rodi</cp:lastModifiedBy>
  <cp:revision>2</cp:revision>
  <dcterms:created xsi:type="dcterms:W3CDTF">2026-03-06T12:15:20Z</dcterms:created>
  <dcterms:modified xsi:type="dcterms:W3CDTF">2026-03-06T12:41:13Z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2025-03-17T00:00:00Z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2026-03-06T00:00:00Z</vt:filetime>
  </property>
  <property fmtid="{D5CDD505-2E9C-101B-9397-08002B2CF9AE}" pid="5" name="Producer">
    <vt:lpwstr>Adobe PDF Library 20.5.43</vt:lpwstr>
  </property>
</Properties>
</file>